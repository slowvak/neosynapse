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-4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75A99-563A-0F4F-8503-135DF8072CD8}" type="datetimeFigureOut">
              <a:rPr lang="en-US" smtClean="0"/>
              <a:t>3/20/16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A6E07-7916-4249-B060-3A42A7BC4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07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Figure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A6E07-7916-4249-B060-3A42A7BC46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2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Figure 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A6E07-7916-4249-B060-3A42A7BC46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00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1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0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5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9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4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2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2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7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2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5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C76A8-91E2-FF49-BF5B-4197A1671972}" type="datetimeFigureOut">
              <a:rPr lang="en-US" smtClean="0"/>
              <a:t>3/20/16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003DB-4684-F74C-85CA-BD4D7C24C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3888" y="231128"/>
            <a:ext cx="1677087" cy="682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Center 1      </a:t>
            </a:r>
          </a:p>
        </p:txBody>
      </p:sp>
      <p:cxnSp>
        <p:nvCxnSpPr>
          <p:cNvPr id="5" name="Straight Arrow Connector 4"/>
          <p:cNvCxnSpPr>
            <a:stCxn id="4" idx="3"/>
            <a:endCxn id="6" idx="1"/>
          </p:cNvCxnSpPr>
          <p:nvPr/>
        </p:nvCxnSpPr>
        <p:spPr>
          <a:xfrm>
            <a:off x="2360975" y="572485"/>
            <a:ext cx="1223093" cy="9094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84068" y="392570"/>
            <a:ext cx="4036441" cy="21787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PESSCARA: Clinical Trial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Central Analysis Lab</a:t>
            </a:r>
          </a:p>
        </p:txBody>
      </p:sp>
      <p:sp>
        <p:nvSpPr>
          <p:cNvPr id="7" name="Rectangle 6"/>
          <p:cNvSpPr/>
          <p:nvPr/>
        </p:nvSpPr>
        <p:spPr>
          <a:xfrm rot="16200000">
            <a:off x="2821481" y="1155157"/>
            <a:ext cx="2178794" cy="653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CTP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Receiver</a:t>
            </a:r>
          </a:p>
        </p:txBody>
      </p:sp>
      <p:sp>
        <p:nvSpPr>
          <p:cNvPr id="8" name="Rectangle 7"/>
          <p:cNvSpPr/>
          <p:nvPr/>
        </p:nvSpPr>
        <p:spPr>
          <a:xfrm rot="16200000">
            <a:off x="1736739" y="289605"/>
            <a:ext cx="682713" cy="565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CTP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3888" y="1140610"/>
            <a:ext cx="1677087" cy="682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Center 2      </a:t>
            </a:r>
          </a:p>
        </p:txBody>
      </p:sp>
      <p:cxnSp>
        <p:nvCxnSpPr>
          <p:cNvPr id="14" name="Straight Arrow Connector 13"/>
          <p:cNvCxnSpPr>
            <a:stCxn id="13" idx="3"/>
            <a:endCxn id="6" idx="1"/>
          </p:cNvCxnSpPr>
          <p:nvPr/>
        </p:nvCxnSpPr>
        <p:spPr>
          <a:xfrm>
            <a:off x="2360975" y="1481967"/>
            <a:ext cx="122309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 rot="16200000">
            <a:off x="1736739" y="1199087"/>
            <a:ext cx="682713" cy="565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CTP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889" y="2062775"/>
            <a:ext cx="1677087" cy="682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Center n      </a:t>
            </a:r>
          </a:p>
        </p:txBody>
      </p:sp>
      <p:cxnSp>
        <p:nvCxnSpPr>
          <p:cNvPr id="17" name="Straight Arrow Connector 16"/>
          <p:cNvCxnSpPr>
            <a:stCxn id="16" idx="3"/>
            <a:endCxn id="6" idx="1"/>
          </p:cNvCxnSpPr>
          <p:nvPr/>
        </p:nvCxnSpPr>
        <p:spPr>
          <a:xfrm flipV="1">
            <a:off x="2360976" y="1481967"/>
            <a:ext cx="1223092" cy="9221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 rot="16200000">
            <a:off x="1736740" y="2121252"/>
            <a:ext cx="682713" cy="565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CTP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Send</a:t>
            </a:r>
          </a:p>
        </p:txBody>
      </p:sp>
    </p:spTree>
    <p:extLst>
      <p:ext uri="{BB962C8B-B14F-4D97-AF65-F5344CB8AC3E}">
        <p14:creationId xmlns:p14="http://schemas.microsoft.com/office/powerpoint/2010/main" val="101541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4332" y="960683"/>
            <a:ext cx="164592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Series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961788"/>
            <a:ext cx="164592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 Curation (Center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057754" y="962893"/>
            <a:ext cx="164592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Human-assisted Segmentation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3737"/>
            <a:ext cx="164592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Calculate Imaging biomarkers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343" y="2382533"/>
            <a:ext cx="1677087" cy="9056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Final Analysis Center 1</a:t>
            </a:r>
          </a:p>
        </p:txBody>
      </p:sp>
      <p:cxnSp>
        <p:nvCxnSpPr>
          <p:cNvPr id="17" name="Straight Arrow Connector 16"/>
          <p:cNvCxnSpPr>
            <a:stCxn id="4" idx="3"/>
            <a:endCxn id="5" idx="1"/>
          </p:cNvCxnSpPr>
          <p:nvPr/>
        </p:nvCxnSpPr>
        <p:spPr>
          <a:xfrm>
            <a:off x="1780252" y="1417883"/>
            <a:ext cx="322868" cy="11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3"/>
            <a:endCxn id="6" idx="1"/>
          </p:cNvCxnSpPr>
          <p:nvPr/>
        </p:nvCxnSpPr>
        <p:spPr>
          <a:xfrm>
            <a:off x="3749040" y="1418988"/>
            <a:ext cx="308714" cy="11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6" idx="3"/>
            <a:endCxn id="7" idx="1"/>
          </p:cNvCxnSpPr>
          <p:nvPr/>
        </p:nvCxnSpPr>
        <p:spPr>
          <a:xfrm flipH="1">
            <a:off x="457200" y="1420093"/>
            <a:ext cx="5246474" cy="1410844"/>
          </a:xfrm>
          <a:prstGeom prst="bentConnector5">
            <a:avLst>
              <a:gd name="adj1" fmla="val -4357"/>
              <a:gd name="adj2" fmla="val 43076"/>
              <a:gd name="adj3" fmla="val 104357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29" idx="0"/>
            <a:endCxn id="6" idx="2"/>
          </p:cNvCxnSpPr>
          <p:nvPr/>
        </p:nvCxnSpPr>
        <p:spPr>
          <a:xfrm rot="5400000" flipH="1" flipV="1">
            <a:off x="3989772" y="1385108"/>
            <a:ext cx="398756" cy="1383127"/>
          </a:xfrm>
          <a:prstGeom prst="bentConnector3">
            <a:avLst>
              <a:gd name="adj1" fmla="val 19377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2564594" y="2276049"/>
            <a:ext cx="1865985" cy="113080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Review Data</a:t>
            </a:r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7" idx="3"/>
            <a:endCxn id="29" idx="1"/>
          </p:cNvCxnSpPr>
          <p:nvPr/>
        </p:nvCxnSpPr>
        <p:spPr>
          <a:xfrm>
            <a:off x="2103120" y="2830937"/>
            <a:ext cx="461474" cy="105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3"/>
            <a:endCxn id="8" idx="1"/>
          </p:cNvCxnSpPr>
          <p:nvPr/>
        </p:nvCxnSpPr>
        <p:spPr>
          <a:xfrm flipV="1">
            <a:off x="4430579" y="2835335"/>
            <a:ext cx="629764" cy="61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3752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4331" y="960682"/>
            <a:ext cx="3089730" cy="5453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Data Archive</a:t>
            </a: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13094" y="960683"/>
            <a:ext cx="4830245" cy="2653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Asset Manager</a:t>
            </a: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13094" y="3760511"/>
            <a:ext cx="4830245" cy="2653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Development &amp; Execution</a:t>
            </a:r>
            <a:endParaRPr lang="en-US" sz="2800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8579" y="1875083"/>
            <a:ext cx="2491324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 Data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579" y="3303311"/>
            <a:ext cx="2491324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Remote Data</a:t>
            </a:r>
          </a:p>
          <a:p>
            <a:pPr marL="285750" indent="-285750" algn="ctr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TCIA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6467" y="1673363"/>
            <a:ext cx="3511310" cy="17823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Tag Management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MetaData</a:t>
            </a:r>
            <a:r>
              <a:rPr lang="en-US" dirty="0" smtClean="0">
                <a:solidFill>
                  <a:schemeClr val="tx1"/>
                </a:solidFill>
              </a:rPr>
              <a:t> Browser (tags, algorithms, results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Coherency (added results, algorithms, data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Worfklows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36466" y="4217712"/>
            <a:ext cx="3932891" cy="2003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IPython</a:t>
            </a:r>
            <a:r>
              <a:rPr lang="en-US" dirty="0" smtClean="0">
                <a:solidFill>
                  <a:schemeClr val="tx1"/>
                </a:solidFill>
              </a:rPr>
              <a:t> &amp; </a:t>
            </a:r>
            <a:r>
              <a:rPr lang="en-US" dirty="0" err="1" smtClean="0">
                <a:solidFill>
                  <a:schemeClr val="tx1"/>
                </a:solidFill>
              </a:rPr>
              <a:t>Jupyter</a:t>
            </a: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Algorithms (ITK, VTK, ANTs, FSL, …)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Sergeant (connects algorithms as web applications)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Git</a:t>
            </a:r>
            <a:r>
              <a:rPr lang="en-US" dirty="0" smtClean="0">
                <a:solidFill>
                  <a:schemeClr val="tx1"/>
                </a:solidFill>
              </a:rPr>
              <a:t>—code management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Visualization—HTML5 / </a:t>
            </a:r>
            <a:r>
              <a:rPr lang="en-US" dirty="0" err="1" smtClean="0">
                <a:solidFill>
                  <a:schemeClr val="tx1"/>
                </a:solidFill>
              </a:rPr>
              <a:t>Javascript</a:t>
            </a: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63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111</Words>
  <Application>Microsoft Macintosh PowerPoint</Application>
  <PresentationFormat>On-screen Show (4:3)</PresentationFormat>
  <Paragraphs>64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Korfiatis , Panagiotis, Ph.D.</dc:creator>
  <cp:lastModifiedBy>Erickson , Bradley J., M.D., Ph.D.</cp:lastModifiedBy>
  <cp:revision>22</cp:revision>
  <dcterms:created xsi:type="dcterms:W3CDTF">2016-03-17T23:18:44Z</dcterms:created>
  <dcterms:modified xsi:type="dcterms:W3CDTF">2016-03-20T15:02:26Z</dcterms:modified>
</cp:coreProperties>
</file>